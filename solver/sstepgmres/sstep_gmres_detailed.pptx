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s-step GMRES 算法原理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为什么可以提前计算s步？为什么 s=3 是最佳选择？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基于论文 2001.04886v2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数学原理：为什么可以提前计算 s 步？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核心洞察：Arnoldi 关系的解耦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 Arnoldi：v_{j+1} = Av_j - Σ h_{ij}·v_i  →  正交化后才能计算下一个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关键发现：矩阵幂 A^k·v 不依赖正交化结果！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数学依据：A^k·r₀ 完全由初始残差 r₀ 决定，可在正交化前预计算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 GMRES 的串行依赖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19456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28600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j: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 = A·v_j        ← 必须等 v_j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正交化 w         ← 必须等之前的 v_i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v_{j+1} = w/||w|| ← 必须等正交化完成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问题：每步必须等待前一步完成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无法并行，通信开销大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920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s-step GMRES 的解耦策略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2194560"/>
            <a:ext cx="42976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28600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1: 矩阵幂内核 (可并行)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 = [r, Ar, A²r, ..., A^{s-1}r]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↑ 全部可预先计算，无需等待！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2: 块正交化 (延迟执行)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求解 W·h = projections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只需 s 步后同步一次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41605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数学证明：Krylov 子空间等价性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定理：若最小多项式度数 &gt; sm，则 GMRES(sm) 与 s-step GMRES(m) 生成相同子空间，收敛相同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 Power Basis（幂基）？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定义：用矩阵幂作用于初始向量构建的基底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Basis = [v, Av, A²v, A³v, ..., A^(s-1)v]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例如 s=3 时：V = [v₀, Av₀, A²v₀]  — 三个向量构成一组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 Power Basis 不正交？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3931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031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矩阵 A 有特征值 λ₁,λ₂,...,λₙ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将初始向量分解到特征方向：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 = c₁u₁ + c₂u₂ + ... + cₙuₙ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则矩阵幂作用后：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Aᵏv = c₁λ₁ᵏu₁ + c₂λ₂ᵏu₂ + 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关键现象：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k增大 → 大λ分量指数放大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Aᵏv偏向最大特征值方向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1737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特征值放大效应示意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2011680"/>
            <a:ext cx="4297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10312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假设 λ₁ &gt; λ₂ &gt; λ₃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A⁰v: 分量比例 c₁   : c₂   : c₃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A¹v: 分量比例 c₁λ₁ : c₂λ₂ : c₃λ₃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A²v: 分量比例 c₁λ₁²: c₂λ₂²: c₃λ₃² ← 偏向大λ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A³v: 分量比例 c₁λ₁³: c₂λ₂³: c₃λ₃³ ← 更加偏斜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结果：k越大，Aᵏv越接近最大特征向量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solidFill>
            <a:srgbClr val="F59E0B">
              <a:alpha val="1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251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结论：Power Basis 向量之间永远不正交（除非 v 恰好是特征向量）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&lt;v, Av&gt; = vᵀAv ≠ 0, &lt;Av, A²v&gt; ≠ 0, ... — 向量夹角随 k 增大而变小（越来越"平行"）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 矩阵 W 与条件数 κ(W)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 矩阵的定义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3657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Gram矩阵描述向量间的内积关系：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W[i,j] = &lt;Aⁱv, Aʲv&gt;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是 s×s 对称正定矩阵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例如 s=3：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[&lt;v,v&gt;   &lt;v,Av&gt;   &lt;v,A²v&gt;]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[&lt;Av,v&gt;  &lt;Av,Av&gt;  &lt;Av,A²v&gt;]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[&lt;A²v,v&gt; &lt;A²v,Av&gt; &lt;A²v,A²v&gt;]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777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条件数的定义与意义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051560"/>
            <a:ext cx="4297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143000"/>
            <a:ext cx="4023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条件数 = 最大特征值 / 最小特征值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κ(W) = λ_max(W) / λ_min(W)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物理意义：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κ(W) = 1  → 向量完全正交（理想）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κ(W) 小   → 向量接近正交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κ(W) 大   → 向量严重偏斜（接近线性相关）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8346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条件数如何影响数值稳定性？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3108960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s-step GMRES 正交化需要求解线性系统：   W · h = projections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误差放大公式：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||h_计算 - h_真值|| / ||h_真值|| ≤ κ(W) · (输入误差)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意义：条件数 κ(W) 就是误差被放大的倍数！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solidFill>
            <a:srgbClr val="10B981">
              <a:alpha val="1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5537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s值    κ(W)      误差放大倍数    数值稳定性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     ~7         7倍            很稳定 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     ~16        16倍           稳定 ✓    ← 临界点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     ~40        40倍           危险 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5     ~100       100倍          很危险 ✗✗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 s=3 是最佳选择？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s=2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优点：最稳定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κ(W)≈7，误差仅放大7倍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缺点：效率低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每块只覆盖2维 Krylov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通信次数多，收敛慢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777240"/>
            <a:ext cx="2743200" cy="2103120"/>
          </a:xfrm>
          <a:prstGeom prst="rect">
            <a:avLst/>
          </a:prstGeom>
          <a:solidFill>
            <a:srgbClr val="10B981">
              <a:alpha val="15000"/>
            </a:srgbClr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868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s=3 ★ 推荐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37560" y="1097280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效率提升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每块覆盖3维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通信次数减少1/3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稳定性可控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κ(W)≈16，误差放大16倍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仍在可接受范围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777240"/>
            <a:ext cx="274320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868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s=4,5 ✗ 不推荐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3640" y="1097280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风险：数值不稳定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κ(W)≈40~100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A³v/A⁴v严重偏斜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正交化误差放大40-100倍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可能破坏收敛！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30175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实测数据（各向异性矩阵 n=10000）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246120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37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s值   κ(W)   收敛块数  总维度  通信次数  结果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    ~7     65块     130维   130次    收敛但慢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    ~16    38块     114维    76次    收敛快 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    ~40    不稳定     -       -      可能失败 ✗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结论：κ(W)≈16 是数值稳定性的临界点 — s=3 比s=2快42%，比s=4稳定可靠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伪代码对比：传统 vs s-step GMRES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GMRES(m)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3657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v₁ = r₀ / ||r₀||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j = 1 to m: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串行依赖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 = A·v_j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Arnoldi正交化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i = 1 to j: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h_{i,j} = (w, v_i)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 = w - h_{i,j}·v_i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h_{j+1,j} = ||w||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v_{j+1} = w / h_{j+1,j}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同步点：每步一次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Allreduce(内积)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0" y="777240"/>
            <a:ext cx="4297680" cy="3977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8686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s-step GMRES(m/s)  s=3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09160" y="1097280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v₁¹ = r₀ / ||r₀||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 = 1 to m/s: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Phase 1: 矩阵幂内核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可并行，无需等待！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V_k = [v_k¹, Av_k¹, A²v_k¹]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(s个向量一次计算)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Phase 2: 求解 W·h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W_k = V_kᵀ·V_k  // Gram矩阵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求解 W_k·h = projections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κ(W)≈16 → 误差可控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Phase 3: 块间正交化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正交化 V_k vs 之前的块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同步点：s步一次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Allreduce(块内积)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64592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88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Basis 条件数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κ(W)衡量向量偏斜程度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κ(W)大 → 正交化误差大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论文要求 s ≤ 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1645920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429000" y="1188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s=3 最佳选择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29000" y="14173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κ(W)≈16 可接受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效率比s=2高42%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比s=4稳定可靠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560320" cy="164592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188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性能优势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63640" y="14173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通信减少s倍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矩阵幂内核并行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缓存效率提升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175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核心公式回顾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Basis: V = [v, Av, A²v, ..., A^(s-1)v]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Gram矩阵: W[i,j] = &lt;Aⁱv, Aʲv&gt;    →    描述向量间夹角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条件数: κ(W) = λ_max/λ_min    →    误差放大倍数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正交化: 求解 W·h = projections    →    κ(W)决定求解精度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推荐配置：s=3, m=30, restart=30 → 高效且稳定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参考文献：Chronopoulos &amp; Gear 1989; Chronopoulos 1991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s-step GMRES Algorithm Principles</dc:title>
  <dc:subject>PptxGenJS Presentation</dc:subject>
  <dc:creator>s-step GMRES Analysis</dc:creator>
  <cp:lastModifiedBy>s-step GMRES Analysis</cp:lastModifiedBy>
  <cp:revision>1</cp:revision>
  <dcterms:created xsi:type="dcterms:W3CDTF">2026-04-15T14:30:47Z</dcterms:created>
  <dcterms:modified xsi:type="dcterms:W3CDTF">2026-04-15T14:30:47Z</dcterms:modified>
</cp:coreProperties>
</file>