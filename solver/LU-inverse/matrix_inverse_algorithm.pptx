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Blockwise矩阵求逆与Schur补算法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4297680" cy="3657600"/>
          </a:xfrm>
          <a:prstGeom prst="roundRect">
            <a:avLst>
              <a:gd name="adj" fmla="val 375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分块求逆原理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将 n×n 矩阵分为 2×2 分块: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</a:rPr>
              <a:t>  [A₁₁  A₁₂]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</a:rPr>
              <a:t>  [A₂₁  A₂₂]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Schur补公式: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</a:rPr>
              <a:t>  S = A₂₂ - A₂₁·A₁₁⁻¹·A₁₂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逆矩阵分块: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4472C4"/>
                </a:solidFill>
              </a:rPr>
              <a:t>  左上: A₁₁⁻¹ + A₁₁⁻¹·A₁₂·S⁻¹·A₂₁·A₁₁⁻¹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4472C4"/>
                </a:solidFill>
              </a:rPr>
              <a:t>  右上: -A₁₁⁻¹·A₁₂·S⁻¹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4472C4"/>
                </a:solidFill>
              </a:rPr>
              <a:t>  左下: -S⁻¹·A₂₁·A₁₁⁻¹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4472C4"/>
                </a:solidFill>
              </a:rPr>
              <a:t>  右下: S⁻¹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0" y="1097280"/>
            <a:ext cx="4297680" cy="3657600"/>
          </a:xfrm>
          <a:prstGeom prst="roundRect">
            <a:avLst>
              <a:gd name="adj" fmla="val 375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算法优势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</a:rPr>
              <a:t>分治策略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将大问题分解为小规模求逆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</a:rPr>
              <a:t>缓存友好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子块尺寸匹配CPU缓存行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</a:rPr>
              <a:t>可并行化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多个子块求逆可独立执行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</a:rPr>
              <a:t>递归扩展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可递归应用于更大矩阵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性能对比: LAPACK vs Eigen vs Blockwise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LAPACK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方法: LU分解 + 求逆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接口: dgetrf + dgetri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40×40矩阵: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11D48"/>
                </a:solidFill>
              </a:rPr>
              <a:t>  时间: 21μs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残差: ~1e-13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特点: 稳定可靠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46120" y="10058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1430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Eigen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方法: C++模板库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接口: Matrix::inverse()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40×40矩阵: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  时间: 16μs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  残差: ~7e-14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特点: 精度最高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E0F2FE"/>
          </a:solidFill>
          <a:ln/>
          <a:effectLst>
            <a:outerShdw sx="100000" sy="100000" kx="0" ky="0" algn="bl" rotWithShape="0" blurRad="76200" dist="38100" dir="16200000">
              <a:srgbClr val="1E2761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1430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Blockwise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方法: 2×2分块 + Schur补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混合: Eigen + BLAS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40×40矩阵:</a:t>
            </a:r>
            <a:endParaRPr lang="en-US" sz="1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  时间: 15μs ★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残差: ~1e-13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特点: 速度最快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8412480" cy="16459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大规模矩阵性能对比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n=200:  Blockwise 443μs  vs  Eigen 2111μs  →  加速 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4.77x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n=500:  Blockwise 4.4ms  vs  Eigen 19.5ms  →  加速 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4.45x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结论: </a:t>
            </a:r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小规模(n≤50)优先Eigen(精度高); 大规模(n≥200)优先Blockwise(快4x+)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Blockwise矩阵求逆算法原理</dc:title>
  <dc:subject>PptxGenJS Presentation</dc:subject>
  <dc:creator>LU-inverse</dc:creator>
  <cp:lastModifiedBy>LU-inverse</cp:lastModifiedBy>
  <cp:revision>1</cp:revision>
  <dcterms:created xsi:type="dcterms:W3CDTF">2026-04-15T13:20:15Z</dcterms:created>
  <dcterms:modified xsi:type="dcterms:W3CDTF">2026-04-15T13:20:15Z</dcterms:modified>
</cp:coreProperties>
</file>